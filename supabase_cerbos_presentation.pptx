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ACCESS CONTROL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Authentication &amp; Cerbos Authorization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decoupled approach to Identity, Roles, and Fine-Grained Permissions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Management 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Challenge: AuthN vs. AuthZ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(AuthN) - 'Who are you?'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Identifies the user and verifies their identity.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Managed globally via Supabase Auth services.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Provides a secure, cryptographically signed JWT.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Establishes identity context (ID, Email, Metadata).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 (AuthZ) - 'What can you do?'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Determines permissions for specific resources.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Enforces context-based business rules.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Must evaluate: Role, Action, and Attributes.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Decoupled from identity using Cerbos engine.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Request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37744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Authenticate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Client logs in via Supabase Auth.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Client receives signed JWT token.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Submits request to API with token in header.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Backend verifies token signature.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37744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Evaluate Policy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Backend extracts identity.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Queries DB for resource details.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Sends principal &amp; resource attributes to Cerbos PDP.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37744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Enforce Decision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Cerbos evaluates YAML rules.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Returns ALLOW or DENY.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Backend executes or blocks.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logic hardcoded in server.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User Identity &amp; JWT Token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Supabase is Integrated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Authentication: Sign-in/Sign-up handled via Supabase API.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 Assignment: User roles (Admin, Manager, Employee, Viewer) are assigned during registration and stored in user_metadata.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Token Verification: The backend server validates JWTs securely using Supabase admin SDK (getUser).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DB Queries for Session: JWT encapsulates identity context, minimizing database roundtrips.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Extracted Token Context (JSON)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"usr_9281a8c-901...",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"sarah.manager@company.com",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"Manager"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Authorization via Cerbos PDP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Policy Decision Point (PDP)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Cerbos runs as a dedicated sidecar or service.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Stateless &amp; Microsecond-fast: Designed for scale.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Accepts simple JSON request (Principal, Resource, Action).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Applies declarative YAML authorization policies.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Decoupled from application release cycles.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Decoupled Server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messy 'if (role === X)' chains in express code.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Standardized authorize() middleware handles all checks.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Automatically queries DB for resource context when checking routes.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Easily handles ownership checks (e.g. 'Can edit if creator').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SPECIFICATION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 YAML Rules (employee.yaml)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Defined Access Levels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Admin: Full permissions (create, read, update, delete, list).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Manager: Can create, read, update, list (Cannot delete).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Employee: Read and list any. Can ONLY update owned records.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Viewer: Read-only access.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Cerbos Context Condition Matching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employee.yaml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actions: ["update"]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effect: EFFECT_ALLOW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Employee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match: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expr: request.resource.attr.created_by == request.principal.id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TECHNICAL BENEFITS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Architecture Wins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37744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Maintainability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Change policies instantly without redeploying backend APIs.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YAML is human-readable: product owners can review rules directly.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37744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Security &amp; Compliance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Version control policies in Git for clear change logs.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Consistent enforcement across all routes.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377440" cy="3108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High Performance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Microsecond evaluation speeds in Cerbos Go service.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JWT verification is quick, cacheable, and fully stateless.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2026-06-27T05:48:13Z</dcterms:created>
  <dcterms:modified xsi:type="dcterms:W3CDTF">2026-06-27T05:48:13Z</dcterms:modified>
</cp:coreProperties>
</file>